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2f811d30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2f811d30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2f811d307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2f811d307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2f811d307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2f811d307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2f811d307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2f811d307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422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0375" y="-60275"/>
            <a:ext cx="9224374" cy="520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150" y="0"/>
            <a:ext cx="9784676" cy="523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 rotWithShape="1">
          <a:blip r:embed="rId3">
            <a:alphaModFix/>
          </a:blip>
          <a:srcRect b="-1080" l="760" r="-760" t="108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0275" y="0"/>
            <a:ext cx="92042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 rotWithShape="1">
          <a:blip r:embed="rId3">
            <a:alphaModFix/>
          </a:blip>
          <a:srcRect b="10177" l="0" r="0" t="10178"/>
          <a:stretch/>
        </p:blipFill>
        <p:spPr>
          <a:xfrm>
            <a:off x="0" y="0"/>
            <a:ext cx="9101573" cy="509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2425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75" y="0"/>
            <a:ext cx="9031276" cy="509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3358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75" y="272950"/>
            <a:ext cx="8839199" cy="487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3" cy="398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4"/>
          <p:cNvPicPr preferRelativeResize="0"/>
          <p:nvPr/>
        </p:nvPicPr>
        <p:blipFill rotWithShape="1">
          <a:blip r:embed="rId3">
            <a:alphaModFix/>
          </a:blip>
          <a:srcRect b="0" l="0" r="0" t="-3050"/>
          <a:stretch/>
        </p:blipFill>
        <p:spPr>
          <a:xfrm>
            <a:off x="0" y="0"/>
            <a:ext cx="89916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762" y="0"/>
            <a:ext cx="9177519" cy="413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6411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2910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537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1900"/>
            <a:ext cx="8949177" cy="505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0275"/>
            <a:ext cx="919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